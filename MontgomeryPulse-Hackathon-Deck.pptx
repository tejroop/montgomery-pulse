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MontgomeryPulse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Safety Lens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19 open datasets into actionable safety intelligence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Montgomery, Alabama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Wide Vibes Hackathon  |  Stream 4: Public Safety  |  March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Roop Teja Talari  |  Solo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Safety Deserts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Neighborhoods where high civic demand meets dangerously poor emergency infrastructure coverage — creating invisible gaps in public safety.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097280"/>
            <a:ext cx="310896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6187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312K+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309360" y="1536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911 calls in 2025 — but no unified view of coverage gaps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669280" y="2331720"/>
            <a:ext cx="310896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9631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2404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207K+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309360" y="2770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requests — complaints scattered across siloed datasets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669280" y="3566160"/>
            <a:ext cx="310896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730752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only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309360" y="40050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tornado shelters for entire city — up to 19.6 km away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48640" y="4389120"/>
            <a:ext cx="8046720" cy="5943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0" name="Text 14"/>
          <p:cNvSpPr/>
          <p:nvPr/>
        </p:nvSpPr>
        <p:spPr>
          <a:xfrm>
            <a:off x="822960" y="44165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vulnerable neighborhoods aren't just where complaints are highest — they're where </a:t>
            </a:r>
            <a:pPr indent="0" marL="0">
              <a:buNone/>
            </a:pPr>
            <a:r>
              <a:rPr lang="en-US" sz="13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is farthest away.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MontgomeryPulse transforms 19 disconnected open datasets into a unified, interactive safety intelligence platform — revealing hidden patterns and empowering data-driven community advocacy.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93192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313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Safety Map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423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neighborhoods color-coded by composite risk score with hover tooltips and click-to-explore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920240"/>
            <a:ext cx="393192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19456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3134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 Assistant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715000" y="2423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NLG system that traces every insight back to real data — no black boxes, fully auditable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337560"/>
            <a:ext cx="393192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61188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73075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Desert Detection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0876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framework revealing intersections of high civic demand and poor emergency coverage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337560"/>
            <a:ext cx="393192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361188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73075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 PWA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71500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Offline-capable, installable on any device — works in the field without internet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at Scale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datasets  •  290,000+ data points  •  403 neighborhoods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 Complaints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Service Requests (207K)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Violations (78K)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Nuisance (330)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60604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1732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00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Infrastructure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1920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Police Stations (33)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Tornado Shelters (6)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Sirens (76)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60604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1732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600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Resources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Centers (21)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 (33)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(114), Parks (96)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260604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0896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Metrics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911 Emergency Calls (312K+)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KPIs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Population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3108960"/>
            <a:ext cx="260604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108960"/>
            <a:ext cx="26060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&amp; Zoning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Parcels (2,036)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Interest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Inspections (1,337)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260604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10896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Output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(0-100)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Sub-dimensions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Safety Deserts Flagged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4-Dimensional Safety Score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neighborhood receives a composite score (0-100) built from four transparent, weighted dimensions — percentile-normalized across all 403 neighborhoods.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0467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09928"/>
            <a:ext cx="5943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0992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 Density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947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requests + environmental nuisance per km²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1828800"/>
            <a:ext cx="2743200" cy="1828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0" y="1828800"/>
            <a:ext cx="27432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77440"/>
            <a:ext cx="80467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487168"/>
            <a:ext cx="59436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871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2724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violations as leading indicator of decay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0" y="2606040"/>
            <a:ext cx="2743200" cy="1828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0" y="2606040"/>
            <a:ext cx="228600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154680"/>
            <a:ext cx="80467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264408"/>
            <a:ext cx="5943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6440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227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Coverage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3502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gaps to fire/police, shelters, sirens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3383280"/>
            <a:ext cx="2743200" cy="1828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0" y="3383280"/>
            <a:ext cx="22860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041648"/>
            <a:ext cx="5943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04164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0876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Access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08760" y="4279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pharmacies, community centers, schools, parks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0" y="4160520"/>
            <a:ext cx="2743200" cy="1828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0" y="4160520"/>
            <a:ext cx="1828800" cy="182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4572000"/>
            <a:ext cx="8046720" cy="18288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Natural Language Generation — works completely offline, every answer traces to real data points. No external LLM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618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1: Deep Analysis Cards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19476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This Rating" • "Recommended Action" • "Service Access" — narrative insight panels that break down every neighborhood's score into plain-language explanations.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8046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514600"/>
            <a:ext cx="73152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7432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26243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2: Chat Panel Overlay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295351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conversational AI on the map — context-aware Q&amp;A that adapts when you select a neighborhood. Ask anything: "Why is my area underserved?"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520440"/>
            <a:ext cx="73152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36301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3: Full-Page Safety Explorer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395935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AI workspace with Safety Desert browser + conversational interface. Click any critical block to auto-generate an explanation.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solidFill>
            <a:srgbClr val="162032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90288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88720" y="45262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can ask "why?" about any block and get a transparent, data-backed answer — building trust in civic technology.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Zero-backend, fully static architecture — no servers, no API keys, deployable free on any static host.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011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 (build tool)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(interactive maps)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(radar &amp; bar charts)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93192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393192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&amp; PWA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2011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Workbox (offline caching)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(iOS/Android)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auto-updates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Install-to-home-screen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154680"/>
            <a:ext cx="393192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154680"/>
            <a:ext cx="393192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319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31520" y="3703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(GeoPandas/Shapely)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ArcGIS REST endpoints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joins &amp; clustering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JSON output (&lt;600KB)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normalization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154680"/>
            <a:ext cx="393192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154680"/>
            <a:ext cx="3931920" cy="457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375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3319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Analytics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37760" y="3703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NLG (no LLM)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 output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chat engine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analysis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explanations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Highlights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60604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234440"/>
            <a:ext cx="640080" cy="640080"/>
          </a:xfrm>
          <a:prstGeom prst="ellipse">
            <a:avLst/>
          </a:prstGeom>
          <a:solidFill>
            <a:srgbClr val="2D37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3533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403 Neighborhoods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grid-clustering 2,036 zoning parcels — named using 25 area names + 100 landmarks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051560"/>
            <a:ext cx="260604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234440"/>
            <a:ext cx="640080" cy="640080"/>
          </a:xfrm>
          <a:prstGeom prst="ellipse">
            <a:avLst/>
          </a:prstGeom>
          <a:solidFill>
            <a:srgbClr val="2D374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35331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379 Facility Points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2044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toggleable layers: fire/police, shelters, sirens, community centers, pharmacies, schools, parks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051560"/>
            <a:ext cx="260604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0" y="1234440"/>
            <a:ext cx="640080" cy="640080"/>
          </a:xfrm>
          <a:prstGeom prst="ellipse">
            <a:avLst/>
          </a:prstGeom>
          <a:solidFill>
            <a:srgbClr val="2D374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135331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Desert Alerts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5508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neighborhoods flagged where high demand meets poor coverage — original analytical framework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60604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463040" y="3108960"/>
            <a:ext cx="640080" cy="640080"/>
          </a:xfrm>
          <a:prstGeom prst="ellipse">
            <a:avLst/>
          </a:prstGeom>
          <a:solidFill>
            <a:srgbClr val="2D374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912" y="322783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Radar Charts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580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4-axis radar visualization per neighborhood showing score dimension breakdown at a glance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383280" y="2926080"/>
            <a:ext cx="260604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297680" y="3108960"/>
            <a:ext cx="640080" cy="640080"/>
          </a:xfrm>
          <a:prstGeom prst="ellipse">
            <a:avLst/>
          </a:prstGeom>
          <a:solidFill>
            <a:srgbClr val="2D374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3227832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20440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Search, Sort &amp; Filter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52044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name, sort by risk score, 311 calls, coverage gaps, or filter to Safety Deserts only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217920" y="2926080"/>
            <a:ext cx="260604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132320" y="3108960"/>
            <a:ext cx="640080" cy="640080"/>
          </a:xfrm>
          <a:prstGeom prst="ellipse">
            <a:avLst/>
          </a:prstGeom>
          <a:solidFill>
            <a:srgbClr val="2D374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3227832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55080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Offline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5508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with service worker caching — tiles cached 7 days, assets auto-update, installable on any device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Vision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234440"/>
            <a:ext cx="548640" cy="548640"/>
          </a:xfrm>
          <a:prstGeom prst="ellipse">
            <a:avLst/>
          </a:prstGeom>
          <a:solidFill>
            <a:srgbClr val="2D374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143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Residents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1463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 with data, not anecdotes. Understand why your neighborhood is underserved and what specific resource gaps exist.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11680"/>
            <a:ext cx="73152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2D374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31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2148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City Planners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737360" y="2468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infrastructure investment with transparent composite scores. Identify the 20 Safety Deserts that need urgent attention.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017520"/>
            <a:ext cx="73152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" y="3246120"/>
            <a:ext cx="548640" cy="548640"/>
          </a:xfrm>
          <a:prstGeom prst="ellipse">
            <a:avLst/>
          </a:prstGeom>
          <a:solidFill>
            <a:srgbClr val="2D374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375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3154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Community Orgs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737360" y="3474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compounding resource gaps — areas far from both emergency services and daily essentials like pharmacies and community centers.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206240"/>
            <a:ext cx="18745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18"/>
          <p:cNvSpPr/>
          <p:nvPr/>
        </p:nvSpPr>
        <p:spPr>
          <a:xfrm>
            <a:off x="548640" y="4206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403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548640" y="4526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2651760" y="4206240"/>
            <a:ext cx="18745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1"/>
          <p:cNvSpPr/>
          <p:nvPr/>
        </p:nvSpPr>
        <p:spPr>
          <a:xfrm>
            <a:off x="2651760" y="4206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290K+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2651760" y="4526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754880" y="4206240"/>
            <a:ext cx="18745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4"/>
          <p:cNvSpPr/>
          <p:nvPr/>
        </p:nvSpPr>
        <p:spPr>
          <a:xfrm>
            <a:off x="4754880" y="4206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4754880" y="4526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Datasets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858000" y="4206240"/>
            <a:ext cx="18745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27"/>
          <p:cNvSpPr/>
          <p:nvPr/>
        </p:nvSpPr>
        <p:spPr>
          <a:xfrm>
            <a:off x="6858000" y="4206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6858000" y="4526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MontgomeryPulse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Safety Lens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24612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montgomery-pulse.vercel.app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github.com/tejroop/montgomery-pulse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Roop Teja Talari  |  Solo Project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Wide Vibes Hackathon  |  Stream 4: Public Safety  |  March 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MontgomeryPulse — Community Safety Lens</dc:title>
  <dc:subject>PptxGenJS Presentation</dc:subject>
  <dc:creator>Roop Teja Talari</dc:creator>
  <cp:lastModifiedBy>Roop Teja Talari</cp:lastModifiedBy>
  <cp:revision>1</cp:revision>
  <dcterms:created xsi:type="dcterms:W3CDTF">2026-03-09T12:39:10Z</dcterms:created>
  <dcterms:modified xsi:type="dcterms:W3CDTF">2026-03-09T12:39:10Z</dcterms:modified>
</cp:coreProperties>
</file>